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52B7-350A-4CEF-848E-C18DE0C136C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C1BAB-BA77-494F-B5E0-2127054D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85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C1BAB-BA77-494F-B5E0-2127054DF9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6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4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1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7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2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7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8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7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8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1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9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6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78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72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0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88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19D8-5452-4388-B90F-7863FAAFE1B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49297-A8D1-44AE-89F7-24A0E5E24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36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13F3-1742-DE76-2B48-5EA1ADEE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682" y="1122363"/>
            <a:ext cx="11434636" cy="2905940"/>
          </a:xfrm>
        </p:spPr>
        <p:txBody>
          <a:bodyPr>
            <a:normAutofit/>
          </a:bodyPr>
          <a:lstStyle/>
          <a:p>
            <a:r>
              <a:rPr lang="en-US" sz="8800" dirty="0"/>
              <a:t>POWER BI PR0JECT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D5040-21A2-1C70-B3FA-4596A03A9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8468" y="4794421"/>
            <a:ext cx="3995608" cy="1260389"/>
          </a:xfrm>
        </p:spPr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OLATUNDE DAIRO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1CAE1-CDC1-3899-FD5A-C0733D20B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68" y="0"/>
            <a:ext cx="4514850" cy="274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5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D87F-B533-2882-0AD0-559C7B23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DB63-3910-5818-639F-9A923020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Key Insights Discovered</a:t>
            </a:r>
            <a:b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Visual Choices and Layout Rationale</a:t>
            </a:r>
            <a:b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Recommendations for Amazon based on findings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F6F20-201F-98F8-495F-E565DBA8A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68" y="0"/>
            <a:ext cx="4514850" cy="274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6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576C-2C35-7B71-DC38-30677EA7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KEY INSIGHTS DISCOVERED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4DB61-58D3-0916-D985-69BC8FC05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694113"/>
          </a:xfrm>
        </p:spPr>
        <p:txBody>
          <a:bodyPr>
            <a:normAutofit fontScale="92500"/>
          </a:bodyPr>
          <a:lstStyle/>
          <a:p>
            <a:pPr>
              <a:buFontTx/>
              <a:buChar char="-"/>
            </a:pPr>
            <a:r>
              <a:rPr lang="en-US" sz="3600" dirty="0"/>
              <a:t>Women products makes up the first seven rated products</a:t>
            </a:r>
          </a:p>
          <a:p>
            <a:pPr>
              <a:buFontTx/>
              <a:buChar char="-"/>
            </a:pPr>
            <a:r>
              <a:rPr lang="en-US" sz="3600" dirty="0"/>
              <a:t> Only one men product made it to the top ten rated .</a:t>
            </a:r>
          </a:p>
          <a:p>
            <a:pPr>
              <a:buFontTx/>
              <a:buChar char="-"/>
            </a:pPr>
            <a:r>
              <a:rPr lang="en-US" sz="3600" dirty="0"/>
              <a:t> Six out of the seven highest sales are women products</a:t>
            </a:r>
          </a:p>
          <a:p>
            <a:pPr>
              <a:buFontTx/>
              <a:buChar char="-"/>
            </a:pPr>
            <a:r>
              <a:rPr lang="en-US" sz="3600" dirty="0"/>
              <a:t>There was a peak sales at Year2019 and sharp drop at Year 2020 (due to COVID)</a:t>
            </a:r>
          </a:p>
          <a:p>
            <a:pPr>
              <a:buFontTx/>
              <a:buChar char="-"/>
            </a:pPr>
            <a:endParaRPr lang="en-US" sz="3600" dirty="0"/>
          </a:p>
          <a:p>
            <a:pPr>
              <a:buFontTx/>
              <a:buChar char="-"/>
            </a:pPr>
            <a:endParaRPr lang="en-US" sz="3600" dirty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53B75-0EDD-3B78-9DF2-898935101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740" y="1"/>
            <a:ext cx="3888260" cy="20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7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A473-4E3C-E6D8-1B3E-86650A13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CHOICE AND LAYOUT RATIONE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4B1A-5CF8-15B8-9430-F60576D5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Choice of Bar Chart for most of the KPIs is due to the fact of showing the ranking and  clarity.</a:t>
            </a:r>
          </a:p>
          <a:p>
            <a:r>
              <a:rPr lang="en-US" sz="3200" dirty="0"/>
              <a:t>It also give instant insights to the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2E6AD-9D0F-BBA0-D37B-6A3FE64BF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156" y="1"/>
            <a:ext cx="3492843" cy="20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9EA3-DB14-CBA2-FFE5-549FD42A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1D28-33F8-86AC-51DA-27B091BE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 for 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51634-7B89-42F8-3BED-E122B782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 To focus more  on small product sales and see how to develop the large product sales as well.</a:t>
            </a:r>
          </a:p>
          <a:p>
            <a:r>
              <a:rPr lang="en-US" sz="3200" dirty="0"/>
              <a:t>Put Incentives / Promo in Men Products to encourage more patronage.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6B50C-4595-4467-BBC5-4235B83C5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448" y="1"/>
            <a:ext cx="3690552" cy="20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21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355</TotalTime>
  <Words>152</Words>
  <Application>Microsoft Office PowerPoint</Application>
  <PresentationFormat>Widescreen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Tw Cen MT</vt:lpstr>
      <vt:lpstr>Circuit</vt:lpstr>
      <vt:lpstr>POWER BI PR0JECT</vt:lpstr>
      <vt:lpstr>CONTENTS</vt:lpstr>
      <vt:lpstr>KEY INSIGHTS DISCOVERED</vt:lpstr>
      <vt:lpstr>VISUAL CHOICE AND LAYOUT RATIONE</vt:lpstr>
      <vt:lpstr>Recommendation for amazon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Olatunde Dairo</dc:creator>
  <cp:lastModifiedBy>Olatunde Dairo</cp:lastModifiedBy>
  <cp:revision>2</cp:revision>
  <dcterms:created xsi:type="dcterms:W3CDTF">2025-05-30T13:02:48Z</dcterms:created>
  <dcterms:modified xsi:type="dcterms:W3CDTF">2025-05-30T18:58:41Z</dcterms:modified>
</cp:coreProperties>
</file>